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</p:sldIdLst>
  <p:sldSz cx="12192000" cy="6858000"/>
  <p:notesSz cx="6858000" cy="12192000"/>
  <p:embeddedFontLst>
    <p:embeddedFont>
      <p:font typeface="Plus Jakarta Sans" panose="020B0604020202020204" charset="0"/>
      <p:regular r:id="rId15"/>
    </p:embeddedFont>
    <p:embeddedFont>
      <p:font typeface="Plus Jakarta Sans Bold" panose="020B0604020202020204" charset="0"/>
      <p:regular r:id="rId16"/>
    </p:embeddedFont>
    <p:embeddedFont>
      <p:font typeface="Space Grotesk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0F8413-BF58-4679-B8FB-D54B097DF27F}" v="1" dt="2026-10-17T09:36:42.2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sh Gandla" userId="ad5254866439453a" providerId="LiveId" clId="{5E050061-CCFB-4572-89B8-82E942EBE68F}"/>
    <pc:docChg chg="modSld">
      <pc:chgData name="Akash Gandla" userId="ad5254866439453a" providerId="LiveId" clId="{5E050061-CCFB-4572-89B8-82E942EBE68F}" dt="2026-10-17T09:37:04.934" v="12"/>
      <pc:docMkLst>
        <pc:docMk/>
      </pc:docMkLst>
      <pc:sldChg chg="addSp delSp modSp mod">
        <pc:chgData name="Akash Gandla" userId="ad5254866439453a" providerId="LiveId" clId="{5E050061-CCFB-4572-89B8-82E942EBE68F}" dt="2026-10-17T09:37:04.934" v="12"/>
        <pc:sldMkLst>
          <pc:docMk/>
          <pc:sldMk cId="0" sldId="265"/>
        </pc:sldMkLst>
        <pc:spChg chg="add del mod">
          <ac:chgData name="Akash Gandla" userId="ad5254866439453a" providerId="LiveId" clId="{5E050061-CCFB-4572-89B8-82E942EBE68F}" dt="2026-10-17T09:37:04.934" v="12"/>
          <ac:spMkLst>
            <pc:docMk/>
            <pc:sldMk cId="0" sldId="265"/>
            <ac:spMk id="12" creationId="{CFB7581B-9765-5CAA-E7C5-6FCD05C90D4D}"/>
          </ac:spMkLst>
        </pc:spChg>
        <pc:picChg chg="add mod">
          <ac:chgData name="Akash Gandla" userId="ad5254866439453a" providerId="LiveId" clId="{5E050061-CCFB-4572-89B8-82E942EBE68F}" dt="2026-10-17T09:37:04.113" v="10" actId="14100"/>
          <ac:picMkLst>
            <pc:docMk/>
            <pc:sldMk cId="0" sldId="265"/>
            <ac:picMk id="11" creationId="{05F7F318-08C0-3767-BA55-0A7887E81B5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4357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7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0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627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14643"/>
            <a:ext cx="568945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Team :29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585" y="1255285"/>
            <a:ext cx="5689458" cy="301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Weekly Meal Planner &amp; Grocery Generator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09585" y="4557713"/>
            <a:ext cx="56894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Java-based planning for seven days of meals, ingredients, and consolidated grocery needs.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5821918"/>
            <a:ext cx="6299042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Akash-2620090028  Harish-2620090027  Jeshith-2620030706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172"/>
            <a:ext cx="6522577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0F2A4A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01 / PROJECT ABSTRACT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585" y="852015"/>
            <a:ext cx="5912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One weekly plan, one organized grocery view.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908235"/>
            <a:ext cx="5912992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Weekly meal planning becomes easier when meal choices and ingredient needs are handled together.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9585" y="2443262"/>
            <a:ext cx="2880248" cy="1462088"/>
          </a:xfrm>
          <a:prstGeom prst="roundRect">
            <a:avLst>
              <a:gd name="adj" fmla="val 3758"/>
            </a:avLst>
          </a:prstGeom>
          <a:noFill/>
          <a:ln w="19050">
            <a:solidFill>
              <a:srgbClr val="B6E1D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30" y="2614712"/>
            <a:ext cx="261534" cy="2615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030" y="2961563"/>
            <a:ext cx="253735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Plan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81030" y="3344922"/>
            <a:ext cx="2537357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Breakfast, lunch, dinner, and snacks across seven days.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42229" y="2443262"/>
            <a:ext cx="2880347" cy="1462088"/>
          </a:xfrm>
          <a:prstGeom prst="roundRect">
            <a:avLst>
              <a:gd name="adj" fmla="val 3758"/>
            </a:avLst>
          </a:prstGeom>
          <a:noFill/>
          <a:ln w="19050">
            <a:solidFill>
              <a:srgbClr val="B6E1D3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675" y="2614712"/>
            <a:ext cx="261534" cy="2615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13675" y="2961563"/>
            <a:ext cx="253745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Consolidate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813675" y="3344922"/>
            <a:ext cx="2537456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Convert selected meals into one organized grocery checklist.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9585" y="4057749"/>
            <a:ext cx="2880248" cy="1512590"/>
          </a:xfrm>
          <a:prstGeom prst="roundRect">
            <a:avLst>
              <a:gd name="adj" fmla="val 3632"/>
            </a:avLst>
          </a:prstGeom>
          <a:noFill/>
          <a:ln w="19050">
            <a:solidFill>
              <a:srgbClr val="B6E1D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1030" y="4234242"/>
            <a:ext cx="253735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Benefits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81030" y="4617601"/>
            <a:ext cx="2537357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Reduce forgotten items, repeated manual work, and unnecessary purchases.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642229" y="4057749"/>
            <a:ext cx="2880347" cy="1512590"/>
          </a:xfrm>
          <a:prstGeom prst="roundRect">
            <a:avLst>
              <a:gd name="adj" fmla="val 3632"/>
            </a:avLst>
          </a:prstGeom>
          <a:noFill/>
          <a:ln w="19050">
            <a:solidFill>
              <a:srgbClr val="B6E1D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813675" y="4234242"/>
            <a:ext cx="253745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Java foundation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3813675" y="4617601"/>
            <a:ext cx="2537456" cy="784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Apply Java fundamentals, control flow, methods, arrays, object-oriented design, file handling, collections, and streams.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436855" y="0"/>
            <a:ext cx="4754840" cy="6858000"/>
          </a:xfrm>
          <a:prstGeom prst="rect">
            <a:avLst/>
          </a:prstGeom>
          <a:solidFill>
            <a:srgbClr val="EAF0EE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5449" y="228600"/>
            <a:ext cx="4297652" cy="60538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665449" y="6460804"/>
            <a:ext cx="4526246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workflow connects planning to purchasing.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934"/>
            <a:ext cx="11582110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 / PROBLEM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105419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From scattered choices to a usable grocery checklist.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704439"/>
            <a:ext cx="11582110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meal decisions and ingredient tracking are difficult to organize when choices, quantities, and days remain separate.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3581400"/>
            <a:ext cx="3809905" cy="1550392"/>
          </a:xfrm>
          <a:prstGeom prst="rect">
            <a:avLst/>
          </a:prstGeom>
          <a:solidFill>
            <a:srgbClr val="EAF0EE"/>
          </a:solidFill>
          <a:ln w="19050">
            <a:solidFill>
              <a:srgbClr val="B6E1D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17" y="3731220"/>
            <a:ext cx="261534" cy="2615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817" y="4143854"/>
            <a:ext cx="35102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93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Input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9817" y="4592995"/>
            <a:ext cx="3660088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Preferences, meals, days, ingredients, and quantities.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14697" y="3581400"/>
            <a:ext cx="3809905" cy="1550392"/>
          </a:xfrm>
          <a:prstGeom prst="rect">
            <a:avLst/>
          </a:prstGeom>
          <a:solidFill>
            <a:srgbClr val="EAF0EE"/>
          </a:solidFill>
          <a:ln w="19050">
            <a:solidFill>
              <a:srgbClr val="B6E1D3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4514" y="3731220"/>
            <a:ext cx="261534" cy="2615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64514" y="4143854"/>
            <a:ext cx="35102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93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Process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264514" y="4592995"/>
            <a:ext cx="3510272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Validate choices, store the weekly plan, and aggregate duplicate ingredients.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0" y="5436592"/>
            <a:ext cx="7924602" cy="1354237"/>
          </a:xfrm>
          <a:prstGeom prst="rect">
            <a:avLst/>
          </a:prstGeom>
          <a:solidFill>
            <a:srgbClr val="0F2A4A"/>
          </a:solidFill>
          <a:ln w="19050">
            <a:solidFill>
              <a:srgbClr val="B6E1D3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817" y="5586413"/>
            <a:ext cx="261534" cy="26154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9817" y="5999046"/>
            <a:ext cx="762496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Output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49817" y="6448187"/>
            <a:ext cx="7774785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Meal schedule, ingredient summary, grocery checklist, and optional total when prices are supplied.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229394" y="3581400"/>
            <a:ext cx="3962301" cy="3276600"/>
          </a:xfrm>
          <a:prstGeom prst="rect">
            <a:avLst/>
          </a:prstGeom>
          <a:solidFill>
            <a:srgbClr val="EAF0EE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394" y="3581400"/>
            <a:ext cx="3962301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172"/>
            <a:ext cx="11582110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0369A1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03 / FOUNDATIONS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585" y="852015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 1 Topics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87845"/>
            <a:ext cx="11582110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Start with a clear problem model, then express it as structured Java logic.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9585" y="1826716"/>
            <a:ext cx="5333867" cy="2058392"/>
          </a:xfrm>
          <a:prstGeom prst="roundRect">
            <a:avLst>
              <a:gd name="adj" fmla="val 2669"/>
            </a:avLst>
          </a:prstGeom>
          <a:solidFill>
            <a:srgbClr val="D0FBE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1979116"/>
            <a:ext cx="261534" cy="2615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1981" y="2332355"/>
            <a:ext cx="502907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Think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761981" y="2815987"/>
            <a:ext cx="5029074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Computational thinking, problem analysis, algorithms, pseudocode, and flowcharts.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48244" y="1826716"/>
            <a:ext cx="5333867" cy="2058392"/>
          </a:xfrm>
          <a:prstGeom prst="roundRect">
            <a:avLst>
              <a:gd name="adj" fmla="val 2669"/>
            </a:avLst>
          </a:prstGeom>
          <a:solidFill>
            <a:srgbClr val="D0FBE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640" y="1979116"/>
            <a:ext cx="261534" cy="2615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640" y="2332355"/>
            <a:ext cx="502907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Represent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6400640" y="2815987"/>
            <a:ext cx="5029074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Java structure, variables, constants, identifiers, data types, operators, and expressions.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09585" y="4189909"/>
            <a:ext cx="5333867" cy="2058491"/>
          </a:xfrm>
          <a:prstGeom prst="roundRect">
            <a:avLst>
              <a:gd name="adj" fmla="val 2669"/>
            </a:avLst>
          </a:prstGeom>
          <a:solidFill>
            <a:srgbClr val="D0FBED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81" y="4342309"/>
            <a:ext cx="261534" cy="26154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61981" y="4695547"/>
            <a:ext cx="502907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Read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761981" y="5179179"/>
            <a:ext cx="5181470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Scanner input to capture meal and ingredient details.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248244" y="4189909"/>
            <a:ext cx="5333867" cy="2058491"/>
          </a:xfrm>
          <a:prstGeom prst="roundRect">
            <a:avLst>
              <a:gd name="adj" fmla="val 2669"/>
            </a:avLst>
          </a:prstGeom>
          <a:solidFill>
            <a:srgbClr val="D0FBED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640" y="4342309"/>
            <a:ext cx="261534" cy="26154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640" y="4695547"/>
            <a:ext cx="502907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Apply</a:t>
            </a:r>
            <a:endParaRPr lang="en-US" sz="2700" dirty="0"/>
          </a:p>
        </p:txBody>
      </p:sp>
      <p:sp>
        <p:nvSpPr>
          <p:cNvPr id="20" name="Text 14"/>
          <p:cNvSpPr/>
          <p:nvPr/>
        </p:nvSpPr>
        <p:spPr>
          <a:xfrm>
            <a:off x="6400640" y="5179179"/>
            <a:ext cx="5029074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Process the project through an Input → Process → Output model and display the plan and grocery requirements.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172"/>
            <a:ext cx="11582110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0369A1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04 / CONTROL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585" y="852015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 2 TOPICS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51035"/>
            <a:ext cx="11582110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Selection and iteration control how the weekly input is collected and checked.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3378299"/>
            <a:ext cx="12191695" cy="347970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304792" y="3683671"/>
            <a:ext cx="11886903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38BDF8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WEEKLY INPUT EXECUTION FRAME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4792" y="3998317"/>
            <a:ext cx="2819329" cy="8590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189" y="4155760"/>
            <a:ext cx="25145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4792" y="4536357"/>
            <a:ext cx="2819329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Validate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76518" y="3998317"/>
            <a:ext cx="2743131" cy="8590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3428914" y="4155760"/>
            <a:ext cx="24383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TUE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76518" y="4536357"/>
            <a:ext cx="2743131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Repeat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72046" y="3998317"/>
            <a:ext cx="2781230" cy="8590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2" y="4155760"/>
            <a:ext cx="24764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72046" y="4536357"/>
            <a:ext cx="2781230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Check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05672" y="3998317"/>
            <a:ext cx="2781230" cy="8590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9258068" y="4155760"/>
            <a:ext cx="24764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THU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05672" y="4536357"/>
            <a:ext cx="2781230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4792" y="5009753"/>
            <a:ext cx="2819329" cy="8590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189" y="5167196"/>
            <a:ext cx="251453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FRI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04792" y="5547793"/>
            <a:ext cx="2819329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Loop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76518" y="5009753"/>
            <a:ext cx="2743131" cy="8590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3428914" y="5167196"/>
            <a:ext cx="24383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SAT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76518" y="5547793"/>
            <a:ext cx="2743131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Continue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72046" y="5009753"/>
            <a:ext cx="5714857" cy="859036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324442" y="5167196"/>
            <a:ext cx="54100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8BDF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SUN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72046" y="5547793"/>
            <a:ext cx="5714857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Finish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4792" y="6018173"/>
            <a:ext cx="5562461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Decisions:</a:t>
            </a: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105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if, if-else, nested if, else-if ladders, and switch.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24442" y="6018173"/>
            <a:ext cx="5562461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Loops:</a:t>
            </a: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105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 and while iteration with break and continue.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04792" y="6360378"/>
            <a:ext cx="11886903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Validate meal selections, repeat entry operations, process seven days, and flag missing selections or invalid quantities.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58571" cy="6858000"/>
          </a:xfrm>
          <a:prstGeom prst="rect">
            <a:avLst/>
          </a:prstGeom>
          <a:solidFill>
            <a:srgbClr val="EAF0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4" y="228600"/>
            <a:ext cx="3901382" cy="60538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594" y="6460804"/>
            <a:ext cx="4129976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Methods turn repeated work into reusable actions.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841059" y="610172"/>
            <a:ext cx="7350636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0369A1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05 / MODULAR DATA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1059" y="852015"/>
            <a:ext cx="674105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 3 Topics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841059" y="1451035"/>
            <a:ext cx="7350636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Methods divide the project into clear responsibilities, while arrays hold the weekly structure.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41059" y="1789906"/>
            <a:ext cx="3294278" cy="1316434"/>
          </a:xfrm>
          <a:prstGeom prst="roundRect">
            <a:avLst>
              <a:gd name="adj" fmla="val 4173"/>
            </a:avLst>
          </a:prstGeom>
          <a:noFill/>
          <a:ln w="19050">
            <a:solidFill>
              <a:srgbClr val="B6E1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12505" y="1966399"/>
            <a:ext cx="295138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Methods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012505" y="2349758"/>
            <a:ext cx="2951386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Parameter passing, return values, overloading, recursion, and enhanced for-each loops.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87733" y="1789906"/>
            <a:ext cx="3294377" cy="1316434"/>
          </a:xfrm>
          <a:prstGeom prst="roundRect">
            <a:avLst>
              <a:gd name="adj" fmla="val 4173"/>
            </a:avLst>
          </a:prstGeom>
          <a:noFill/>
          <a:ln w="19050">
            <a:solidFill>
              <a:srgbClr val="B6E1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59179" y="1966399"/>
            <a:ext cx="295148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Arrays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459179" y="2349758"/>
            <a:ext cx="2951486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One-dimensional arrays store schedules and ingredients; two-dimensional arrays represent the weekly meal table.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1059" y="3258741"/>
            <a:ext cx="6741051" cy="924123"/>
          </a:xfrm>
          <a:prstGeom prst="roundRect">
            <a:avLst>
              <a:gd name="adj" fmla="val 5945"/>
            </a:avLst>
          </a:prstGeom>
          <a:noFill/>
          <a:ln w="19050">
            <a:solidFill>
              <a:srgbClr val="B6E1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12505" y="3435233"/>
            <a:ext cx="639815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Application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012505" y="3818592"/>
            <a:ext cx="6569605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Separate meal planning from grocery generation, then traverse, search, count, and sum ingredient data.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172"/>
            <a:ext cx="11582110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0369A1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06 / OBJECT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585" y="852015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 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51035"/>
            <a:ext cx="11582110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Object-oriented design gives each part of the planner a clear responsibility and protects its data.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2558157"/>
            <a:ext cx="3987700" cy="1397496"/>
          </a:xfrm>
          <a:prstGeom prst="rect">
            <a:avLst/>
          </a:prstGeom>
          <a:noFill/>
          <a:ln w="19050">
            <a:solidFill>
              <a:srgbClr val="B6E1D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46" y="2729607"/>
            <a:ext cx="261534" cy="2615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1446" y="3142240"/>
            <a:ext cx="36448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Meal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1446" y="3591381"/>
            <a:ext cx="3816255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Recipe details and required ingredients.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40096" y="2558157"/>
            <a:ext cx="3936902" cy="1397496"/>
          </a:xfrm>
          <a:prstGeom prst="rect">
            <a:avLst/>
          </a:prstGeom>
          <a:noFill/>
          <a:ln w="19050">
            <a:solidFill>
              <a:srgbClr val="B6E1D3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542" y="2729607"/>
            <a:ext cx="261534" cy="2615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11542" y="3142240"/>
            <a:ext cx="35940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Ingredient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311542" y="3591381"/>
            <a:ext cx="3765456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Name, quantity, and input validation.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229394" y="2558157"/>
            <a:ext cx="3962301" cy="1397496"/>
          </a:xfrm>
          <a:prstGeom prst="rect">
            <a:avLst/>
          </a:prstGeom>
          <a:noFill/>
          <a:ln w="19050">
            <a:solidFill>
              <a:srgbClr val="B6E1D3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840" y="2729607"/>
            <a:ext cx="261534" cy="26154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00840" y="3142240"/>
            <a:ext cx="36194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WeeklyPlan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8400840" y="3591381"/>
            <a:ext cx="3790855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meal choices across seven days.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0" y="4108053"/>
            <a:ext cx="3987700" cy="1397496"/>
          </a:xfrm>
          <a:prstGeom prst="rect">
            <a:avLst/>
          </a:prstGeom>
          <a:noFill/>
          <a:ln w="19050">
            <a:solidFill>
              <a:srgbClr val="B6E1D3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46" y="4279503"/>
            <a:ext cx="261534" cy="26154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1446" y="4692136"/>
            <a:ext cx="36448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GroceryItem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171446" y="5141278"/>
            <a:ext cx="3816255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Consolidated shopping requirement.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140096" y="4108053"/>
            <a:ext cx="8051599" cy="1397496"/>
          </a:xfrm>
          <a:prstGeom prst="rect">
            <a:avLst/>
          </a:prstGeom>
          <a:noFill/>
          <a:ln w="19050">
            <a:solidFill>
              <a:srgbClr val="B6E1D3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1542" y="4279503"/>
            <a:ext cx="261534" cy="26154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311542" y="4692136"/>
            <a:ext cx="77087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GroceryGenerator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4311542" y="5141278"/>
            <a:ext cx="7880153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Processes the plan into grocery output.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0" y="5810250"/>
            <a:ext cx="12191695" cy="1047750"/>
          </a:xfrm>
          <a:prstGeom prst="rect">
            <a:avLst/>
          </a:prstGeom>
          <a:solidFill>
            <a:srgbClr val="EAF0EE"/>
          </a:solidFill>
          <a:ln/>
        </p:spPr>
      </p:sp>
      <p:sp>
        <p:nvSpPr>
          <p:cNvPr id="26" name="Text 19"/>
          <p:cNvSpPr/>
          <p:nvPr/>
        </p:nvSpPr>
        <p:spPr>
          <a:xfrm>
            <a:off x="177796" y="5991384"/>
            <a:ext cx="11836104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Application:</a:t>
            </a: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private fields, accessors, mutators, constructors, inheritance, interfaces, and exception handling protect data and handle invalid quantities or input errors with try, catch, finally, throw, and throws.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048843"/>
            <a:ext cx="11582110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334155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07 / TEXT, SEARCH &amp; FILES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585" y="2290687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 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889706"/>
            <a:ext cx="11582110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Text processing and file handling turn a working plan into a reusable record.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9585" y="3228578"/>
            <a:ext cx="3454314" cy="1581150"/>
          </a:xfrm>
          <a:prstGeom prst="roundRect">
            <a:avLst>
              <a:gd name="adj" fmla="val 3475"/>
            </a:avLst>
          </a:prstGeom>
          <a:solidFill>
            <a:srgbClr val="D0FBED"/>
          </a:solidFill>
          <a:ln/>
        </p:spPr>
      </p:sp>
      <p:sp>
        <p:nvSpPr>
          <p:cNvPr id="6" name="Text 4"/>
          <p:cNvSpPr/>
          <p:nvPr/>
        </p:nvSpPr>
        <p:spPr>
          <a:xfrm>
            <a:off x="761981" y="3392408"/>
            <a:ext cx="314952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Text Processing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1981" y="3876040"/>
            <a:ext cx="3149521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String operations, equals() versus ==, StringBuilder, StringBuffer, split(), join(), trimming, and searching. Key methods: equals() · trim().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68691" y="3228578"/>
            <a:ext cx="3454314" cy="1581150"/>
          </a:xfrm>
          <a:prstGeom prst="roundRect">
            <a:avLst>
              <a:gd name="adj" fmla="val 3475"/>
            </a:avLst>
          </a:prstGeom>
          <a:solidFill>
            <a:srgbClr val="D0FBED"/>
          </a:solidFill>
          <a:ln/>
        </p:spPr>
      </p:sp>
      <p:sp>
        <p:nvSpPr>
          <p:cNvPr id="9" name="Text 7"/>
          <p:cNvSpPr/>
          <p:nvPr/>
        </p:nvSpPr>
        <p:spPr>
          <a:xfrm>
            <a:off x="4521087" y="3392408"/>
            <a:ext cx="314952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Search &amp; Sort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521087" y="3876040"/>
            <a:ext cx="3149521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Search meals and ingredients, format grocery reports, and sort items with custom Comparators, including Collections.sort().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27797" y="3228578"/>
            <a:ext cx="3454314" cy="1581150"/>
          </a:xfrm>
          <a:prstGeom prst="roundRect">
            <a:avLst>
              <a:gd name="adj" fmla="val 3475"/>
            </a:avLst>
          </a:prstGeom>
          <a:solidFill>
            <a:srgbClr val="D0FBED"/>
          </a:solidFill>
          <a:ln/>
        </p:spPr>
      </p:sp>
      <p:sp>
        <p:nvSpPr>
          <p:cNvPr id="12" name="Text 10"/>
          <p:cNvSpPr/>
          <p:nvPr/>
        </p:nvSpPr>
        <p:spPr>
          <a:xfrm>
            <a:off x="8280193" y="3392408"/>
            <a:ext cx="3149521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File I/O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280193" y="3876040"/>
            <a:ext cx="3149521" cy="784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Save or load weekly plans as text records and handle missing files or malformed data with buffered processing using BufferedReader / Writer.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172"/>
            <a:ext cx="11582110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0369A1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08 / COLLECTIONS &amp; STREAMS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09585" y="852015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 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51035"/>
            <a:ext cx="11582110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Collections and functional pipelines make grouping, filtering, and reporting easier to express.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585" y="3179187"/>
            <a:ext cx="264153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Collect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09585" y="3728601"/>
            <a:ext cx="2641534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ArrayList, HashMap, HashSet, generics, and iterators to organize meals and ingredients.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75081" y="3179187"/>
            <a:ext cx="264153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Transform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775081" y="3728601"/>
            <a:ext cx="2641534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Group duplicate ingredients, filter meals by category, and sort the working list with lambdas and streams.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940576" y="3179187"/>
            <a:ext cx="2641534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Report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8940576" y="3728601"/>
            <a:ext cx="2641534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Collect the results into a consolidated grocery report.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5228034"/>
            <a:ext cx="12191695" cy="1629966"/>
          </a:xfrm>
          <a:prstGeom prst="rect">
            <a:avLst/>
          </a:prstGeom>
          <a:solidFill>
            <a:srgbClr val="EAF0EE"/>
          </a:solidFill>
          <a:ln/>
        </p:spPr>
      </p:sp>
      <p:sp>
        <p:nvSpPr>
          <p:cNvPr id="12" name="Text 10"/>
          <p:cNvSpPr/>
          <p:nvPr/>
        </p:nvSpPr>
        <p:spPr>
          <a:xfrm>
            <a:off x="177796" y="5406406"/>
            <a:ext cx="12013899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Only features planned for the project are presented. Advanced capabilities remain implementation choices, not completed results.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04548D-9491-181C-50B5-774A55811C28}"/>
              </a:ext>
            </a:extLst>
          </p:cNvPr>
          <p:cNvSpPr txBox="1"/>
          <p:nvPr/>
        </p:nvSpPr>
        <p:spPr>
          <a:xfrm>
            <a:off x="74645" y="265150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FB370-B9A0-AFBF-0640-1A48A2147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882" y="634482"/>
            <a:ext cx="12192000" cy="622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624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041" y="161880"/>
            <a:ext cx="11368252" cy="1966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0F766E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09 / PROJECT DETAILS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0" y="325653"/>
            <a:ext cx="10795990" cy="231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Geo-tag and repository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40037"/>
            <a:ext cx="3382878" cy="31651"/>
          </a:xfrm>
          <a:prstGeom prst="roundRect">
            <a:avLst>
              <a:gd name="adj" fmla="val 49998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02637" y="1054719"/>
            <a:ext cx="11368252" cy="290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100" spc="53" dirty="0">
                <a:solidFill>
                  <a:srgbClr val="0F766E"/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GEO-TAG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4604" y="1345623"/>
            <a:ext cx="6671388" cy="1102293"/>
          </a:xfrm>
          <a:prstGeom prst="roundRect">
            <a:avLst>
              <a:gd name="adj" fmla="val 6968"/>
            </a:avLst>
          </a:prstGeom>
          <a:solidFill>
            <a:srgbClr val="FFFFFF"/>
          </a:solidFill>
          <a:ln w="19050">
            <a:solidFill>
              <a:srgbClr val="B6E1D3"/>
            </a:solidFill>
            <a:prstDash val="solid"/>
          </a:ln>
        </p:spPr>
        <p:txBody>
          <a:bodyPr/>
          <a:lstStyle/>
          <a:p>
            <a:br>
              <a:rPr lang="en-GB" dirty="0"/>
            </a:br>
            <a:r>
              <a:rPr lang="en-GB" dirty="0"/>
              <a:t> https://github.com/Jeshvithabushi/java-project-expo-code-/upload</a:t>
            </a:r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781030" y="3604891"/>
            <a:ext cx="10080274" cy="169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29104" y="3675981"/>
            <a:ext cx="10080274" cy="19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5000"/>
              </a:lnSpc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315" y="2503927"/>
            <a:ext cx="10795990" cy="432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2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Geotag picture-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5F7F318-08C0-3767-BA55-0A7887E81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04" y="2808803"/>
            <a:ext cx="9053435" cy="38873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B59251-963F-8739-A388-4A9469D5A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5" y="0"/>
            <a:ext cx="121173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457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776</Words>
  <Application>Microsoft Office PowerPoint</Application>
  <PresentationFormat>Widescreen</PresentationFormat>
  <Paragraphs>116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Space Grotesk Bold</vt:lpstr>
      <vt:lpstr>Arial</vt:lpstr>
      <vt:lpstr>Plus Jakarta Sans Bold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sowmya yebushi</dc:creator>
  <cp:lastModifiedBy>Akash Gandla</cp:lastModifiedBy>
  <cp:revision>4</cp:revision>
  <dcterms:created xsi:type="dcterms:W3CDTF">2026-10-15T15:26:36Z</dcterms:created>
  <dcterms:modified xsi:type="dcterms:W3CDTF">2026-10-17T09:37:50Z</dcterms:modified>
</cp:coreProperties>
</file>